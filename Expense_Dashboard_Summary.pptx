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5" name="Image 0" descr="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803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Expense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Performance Review &amp; Interactive Dashboard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Finance Analyst  |  Source: 250 transactions, FY2025  |  Region • Department • Category 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was tracking 250+ expense transactions across 4 regions, 6 departments, and 8 categories in disconnected spreadsheets — with no fast way to see where spend was outpacing budget.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budget vs. actual across regions, departments, and categories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and overspend were only discovered after month-end close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status (Approved / Pending / Rejected) wasn't visible to budget owners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SUM/COUNT work in Excel took hours and was error-prone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1417320"/>
            <a:ext cx="1865376" cy="2103120"/>
          </a:xfrm>
          <a:prstGeom prst="roundRect">
            <a:avLst>
              <a:gd name="adj" fmla="val 4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16459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0" y="29535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Logged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774936" y="1417320"/>
            <a:ext cx="1865376" cy="2103120"/>
          </a:xfrm>
          <a:prstGeom prst="roundRect">
            <a:avLst>
              <a:gd name="adj" fmla="val 4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774936" y="164592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912096" y="29535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635240" y="3794760"/>
            <a:ext cx="1865376" cy="2103120"/>
          </a:xfrm>
          <a:prstGeom prst="roundRect">
            <a:avLst>
              <a:gd name="adj" fmla="val 4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35240" y="4023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772400" y="53309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774936" y="3794760"/>
            <a:ext cx="1865376" cy="2103120"/>
          </a:xfrm>
          <a:prstGeom prst="roundRect">
            <a:avLst>
              <a:gd name="adj" fmla="val 4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774936" y="402336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912096" y="533095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Interactive Dashboard</a:t>
            </a:r>
            <a:endParaRPr lang="en-US" sz="3000" dirty="0"/>
          </a:p>
        </p:txBody>
      </p:sp>
      <p:pic>
        <p:nvPicPr>
          <p:cNvPr id="5" name="Image 1" descr="/home/claude/dashboard_cropp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010456" cy="5074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17320"/>
            <a:ext cx="4010456" cy="5074920"/>
          </a:xfrm>
          <a:prstGeom prst="rect">
            <a:avLst/>
          </a:prstGeom>
          <a:ln w="12700">
            <a:solidFill>
              <a:srgbClr val="D5DCE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924856" y="1417320"/>
            <a:ext cx="671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 from the Raw Data table, with live formulas throughout — no hardcoded numbers.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924856" y="217627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5199176" y="2075688"/>
            <a:ext cx="644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99176" y="2404872"/>
            <a:ext cx="644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budget, total actual, variance %, average transaction, approval rate, transaction count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924856" y="331927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5199176" y="3218688"/>
            <a:ext cx="644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99176" y="3547872"/>
            <a:ext cx="644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by region &amp; department, monthly trend, category mix, and approval-status split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924856" y="446227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5199176" y="4361688"/>
            <a:ext cx="644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Slicers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99176" y="4690872"/>
            <a:ext cx="644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dropdowns for Region, Department, and Status, with a live filtered total and count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924856" y="5623560"/>
            <a:ext cx="6715456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18" name="Text 14"/>
          <p:cNvSpPr/>
          <p:nvPr/>
        </p:nvSpPr>
        <p:spPr>
          <a:xfrm>
            <a:off x="5107736" y="5715000"/>
            <a:ext cx="634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07736" y="5989320"/>
            <a:ext cx="634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budget owner can filter to their region or department and see performance in seconds.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85816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icons/up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5623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0472" y="1709928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 Over Budget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1248" y="2441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 of $625,941 exceeded the $612,904 budget by $13,037 across all 250 transactions.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54496" y="1508760"/>
            <a:ext cx="5385816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10528" y="17647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icons/up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562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96328" y="1709928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 Drive Overruns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47104" y="2441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(+8.6%) and Sales (+5.6%) posted the largest percentage overruns of any department.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385816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icons/down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7939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90472" y="4133088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HR Under Budget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1248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(–0.3%) and HR (–1.5%) were the only two departments to finish under budget.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54496" y="3931920"/>
            <a:ext cx="5385816" cy="2103120"/>
          </a:xfrm>
          <a:prstGeom prst="roundRect">
            <a:avLst>
              <a:gd name="adj" fmla="val 391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101600" dist="25400" dir="5400000">
              <a:srgbClr val="9AA5C4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10528" y="4187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icons/w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427939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96328" y="4133088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Transactions Not Yet Approved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547104" y="486460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70% of transactions carry “Approved” status — a possible workflow bottleneck.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A3878"/>
          </a:solidFill>
          <a:ln/>
        </p:spPr>
      </p:sp>
      <p:pic>
        <p:nvPicPr>
          <p:cNvPr id="3" name="Image 0" descr="icons/recom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16736" y="402336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17320" y="1581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spend controls in Marketing &amp; Sales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19842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pre-approval above a set threshold in the two departments with the largest overruns.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17320" y="2724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approval backlog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417320" y="31272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30% of pending/rejected transactions to remove workflow bottlenecks.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17320" y="3867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Salaries &amp; Consulting costs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417320" y="42702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largest dollar-value categories, so small % overruns carry outsized budget impact.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417320" y="5010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 &amp; HR's cost discipline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417320" y="541324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their under-budget practices as a model, and set monthly variance alerts (&gt;5%) via the dashboard.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review the dashboard filters together to prioritize which region or department to address first.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FY2025 Expense Management Dashboard</dc:title>
  <dc:subject>PptxGenJS Presentation</dc:subject>
  <dc:creator>Finance Analyst</dc:creator>
  <cp:lastModifiedBy>Finance Analyst</cp:lastModifiedBy>
  <cp:revision>1</cp:revision>
  <dcterms:created xsi:type="dcterms:W3CDTF">2026-07-07T10:03:28Z</dcterms:created>
  <dcterms:modified xsi:type="dcterms:W3CDTF">2026-07-07T10:03:28Z</dcterms:modified>
</cp:coreProperties>
</file>